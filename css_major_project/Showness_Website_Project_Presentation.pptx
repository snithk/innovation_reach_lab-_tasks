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567ADD-DD1D-4C59-835E-332671CEDA49}" v="4" dt="2026-08-22T06:10:51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ithik loka" userId="d1e1bd6ba71f469b" providerId="LiveId" clId="{40FEA583-7A69-4E46-B9DF-F2178827263F}"/>
    <pc:docChg chg="undo custSel modSld sldOrd">
      <pc:chgData name="snithik loka" userId="d1e1bd6ba71f469b" providerId="LiveId" clId="{40FEA583-7A69-4E46-B9DF-F2178827263F}" dt="2026-08-22T06:10:50.788" v="17" actId="20578"/>
      <pc:docMkLst>
        <pc:docMk/>
      </pc:docMkLst>
      <pc:sldChg chg="modSp mod">
        <pc:chgData name="snithik loka" userId="d1e1bd6ba71f469b" providerId="LiveId" clId="{40FEA583-7A69-4E46-B9DF-F2178827263F}" dt="2026-08-22T06:10:01.047" v="16" actId="1076"/>
        <pc:sldMkLst>
          <pc:docMk/>
          <pc:sldMk cId="0" sldId="257"/>
        </pc:sldMkLst>
        <pc:spChg chg="mod">
          <ac:chgData name="snithik loka" userId="d1e1bd6ba71f469b" providerId="LiveId" clId="{40FEA583-7A69-4E46-B9DF-F2178827263F}" dt="2026-08-22T06:10:01.047" v="16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nithik loka" userId="d1e1bd6ba71f469b" providerId="LiveId" clId="{40FEA583-7A69-4E46-B9DF-F2178827263F}" dt="2026-08-22T04:50:16.004" v="12" actId="313"/>
          <ac:spMkLst>
            <pc:docMk/>
            <pc:sldMk cId="0" sldId="257"/>
            <ac:spMk id="14" creationId="{00000000-0000-0000-0000-000000000000}"/>
          </ac:spMkLst>
        </pc:spChg>
      </pc:sldChg>
      <pc:sldChg chg="ord">
        <pc:chgData name="snithik loka" userId="d1e1bd6ba71f469b" providerId="LiveId" clId="{40FEA583-7A69-4E46-B9DF-F2178827263F}" dt="2026-08-22T06:10:50.788" v="17" actId="20578"/>
        <pc:sldMkLst>
          <pc:docMk/>
          <pc:sldMk cId="0" sldId="258"/>
        </pc:sldMkLst>
      </pc:sldChg>
      <pc:sldChg chg="modSp mod">
        <pc:chgData name="snithik loka" userId="d1e1bd6ba71f469b" providerId="LiveId" clId="{40FEA583-7A69-4E46-B9DF-F2178827263F}" dt="2026-08-21T15:54:00.901" v="10" actId="20577"/>
        <pc:sldMkLst>
          <pc:docMk/>
          <pc:sldMk cId="0" sldId="266"/>
        </pc:sldMkLst>
        <pc:spChg chg="mod">
          <ac:chgData name="snithik loka" userId="d1e1bd6ba71f469b" providerId="LiveId" clId="{40FEA583-7A69-4E46-B9DF-F2178827263F}" dt="2026-08-21T15:54:00.901" v="10" actId="20577"/>
          <ac:spMkLst>
            <pc:docMk/>
            <pc:sldMk cId="0" sldId="266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41080" y="548640"/>
            <a:ext cx="2926080" cy="576072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6858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SHOWNESS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31720"/>
            <a:ext cx="6675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A761"/>
                </a:solidFill>
              </a:defRPr>
            </a:pPr>
            <a:r>
              <a:t>Wellness &amp; Salon Website</a:t>
            </a:r>
          </a:p>
          <a:p>
            <a:pPr>
              <a:defRPr sz="1800">
                <a:solidFill>
                  <a:srgbClr val="D2DCDC"/>
                </a:solidFill>
              </a:defRPr>
            </a:pPr>
            <a: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HTML + CSS based multi-page website</a:t>
            </a:r>
          </a:p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Clinic, salon, content and appointment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1828800"/>
            <a:ext cx="23774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8282C"/>
                </a:solidFill>
              </a:defRPr>
            </a:pPr>
            <a:r>
              <a:t>WHERE</a:t>
            </a:r>
            <a:br/>
            <a:r>
              <a:t>SCIENCE</a:t>
            </a:r>
            <a:br/>
            <a:r>
              <a:t>MEETS</a:t>
            </a:r>
            <a:br/>
            <a:r>
              <a:t>SELF-CARE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2DCDC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A761"/>
                </a:solidFill>
                <a:latin typeface="Aptos"/>
              </a:defRPr>
            </a:pPr>
            <a:r>
              <a:t>A single digital destination for wellness, beauty and grooming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82880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Purpose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Present Showness as a complete wellness destination that combines clinic treatments with salon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64008" cy="182880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581912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Audience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Visitors looking for skincare, hair, beauty, grooming, wellness information and appointment options.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417320"/>
            <a:ext cx="64008" cy="182880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581912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Experience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rPr dirty="0"/>
              <a:t>Visual pages, service categories, treatment cards, articles, gallery media and contact/booking forms.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• The homepage immediately separates the two core offerings: Wellness Clinic and Salon.</a:t>
            </a:r>
          </a:p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• The shared navigation connects Home, About, Services, Blog, Gallery and Contact Us.</a:t>
            </a:r>
          </a:p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• The design uses a consistent </a:t>
            </a:r>
            <a:r>
              <a:rPr lang="en-IN" dirty="0" err="1"/>
              <a:t>Showness</a:t>
            </a:r>
            <a:r>
              <a:rPr dirty="0"/>
              <a:t> identity across the pages.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9848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2DCD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2. Website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A761"/>
                </a:solidFill>
                <a:latin typeface="Aptos"/>
              </a:defRPr>
            </a:pPr>
            <a:r>
              <a:t>Main pages and navigation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828800" cy="123444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64008" cy="123444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73351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Home</a:t>
            </a:r>
          </a:p>
          <a:p>
            <a:pPr>
              <a:spcBef>
                <a:spcPts val="700"/>
              </a:spcBef>
              <a:defRPr sz="1000">
                <a:solidFill>
                  <a:srgbClr val="D2DCDC"/>
                </a:solidFill>
                <a:latin typeface="Aptos"/>
              </a:defRPr>
            </a:pPr>
            <a:r>
              <a:t>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508760"/>
            <a:ext cx="1828800" cy="123444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0" y="1508760"/>
            <a:ext cx="64008" cy="123444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27248" y="1673351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About</a:t>
            </a:r>
          </a:p>
          <a:p>
            <a:pPr>
              <a:spcBef>
                <a:spcPts val="700"/>
              </a:spcBef>
              <a:defRPr sz="1000">
                <a:solidFill>
                  <a:srgbClr val="D2DCDC"/>
                </a:solidFill>
                <a:latin typeface="Aptos"/>
              </a:defRPr>
            </a:pPr>
            <a:r>
              <a:t>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508760"/>
            <a:ext cx="1828800" cy="123444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20640" y="1508760"/>
            <a:ext cx="64008" cy="123444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21807" y="1673351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Services</a:t>
            </a:r>
          </a:p>
          <a:p>
            <a:pPr>
              <a:spcBef>
                <a:spcPts val="700"/>
              </a:spcBef>
              <a:defRPr sz="1000">
                <a:solidFill>
                  <a:srgbClr val="D2DCDC"/>
                </a:solidFill>
                <a:latin typeface="Aptos"/>
              </a:defRPr>
            </a:pPr>
            <a:r>
              <a:t>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508760"/>
            <a:ext cx="1828800" cy="123444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0" y="1508760"/>
            <a:ext cx="64008" cy="123444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16368" y="1673351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Wellness Clinic</a:t>
            </a:r>
          </a:p>
          <a:p>
            <a:pPr>
              <a:spcBef>
                <a:spcPts val="700"/>
              </a:spcBef>
              <a:defRPr sz="1000">
                <a:solidFill>
                  <a:srgbClr val="D2DCDC"/>
                </a:solidFill>
                <a:latin typeface="Aptos"/>
              </a:defRPr>
            </a:pPr>
            <a:r>
              <a:t>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508760"/>
            <a:ext cx="1828800" cy="123444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1508760"/>
            <a:ext cx="64008" cy="123444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10928" y="1673351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Salon</a:t>
            </a:r>
          </a:p>
          <a:p>
            <a:pPr>
              <a:spcBef>
                <a:spcPts val="700"/>
              </a:spcBef>
              <a:defRPr sz="1000">
                <a:solidFill>
                  <a:srgbClr val="D2DCDC"/>
                </a:solidFill>
                <a:latin typeface="Aptos"/>
              </a:defRPr>
            </a:pPr>
            <a:r>
              <a:t>Page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657600"/>
            <a:ext cx="1828800" cy="123444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28800" y="3657600"/>
            <a:ext cx="64008" cy="123444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29968" y="3822191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Blog</a:t>
            </a:r>
          </a:p>
          <a:p>
            <a:pPr>
              <a:spcBef>
                <a:spcPts val="700"/>
              </a:spcBef>
              <a:defRPr sz="1000">
                <a:solidFill>
                  <a:srgbClr val="D2DCDC"/>
                </a:solidFill>
                <a:latin typeface="Aptos"/>
              </a:defRPr>
            </a:pPr>
            <a:r>
              <a:t>Page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657600"/>
            <a:ext cx="1828800" cy="123444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3657600"/>
            <a:ext cx="64008" cy="123444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73168" y="3822191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Gallery</a:t>
            </a:r>
          </a:p>
          <a:p>
            <a:pPr>
              <a:spcBef>
                <a:spcPts val="700"/>
              </a:spcBef>
              <a:defRPr sz="1000">
                <a:solidFill>
                  <a:srgbClr val="D2DCDC"/>
                </a:solidFill>
                <a:latin typeface="Aptos"/>
              </a:defRPr>
            </a:pPr>
            <a:r>
              <a:t>Page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657600"/>
            <a:ext cx="1828800" cy="123444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0" y="3657600"/>
            <a:ext cx="64008" cy="123444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16368" y="3822191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Contact Us</a:t>
            </a:r>
          </a:p>
          <a:p>
            <a:pPr>
              <a:spcBef>
                <a:spcPts val="700"/>
              </a:spcBef>
              <a:defRPr sz="1000">
                <a:solidFill>
                  <a:srgbClr val="D2DCDC"/>
                </a:solidFill>
                <a:latin typeface="Aptos"/>
              </a:defRPr>
            </a:pPr>
            <a:r>
              <a:t>Page</a:t>
            </a:r>
          </a:p>
        </p:txBody>
      </p:sp>
      <p:sp>
        <p:nvSpPr>
          <p:cNvPr id="29" name="Chevron 28"/>
          <p:cNvSpPr/>
          <p:nvPr/>
        </p:nvSpPr>
        <p:spPr>
          <a:xfrm>
            <a:off x="2560320" y="2121408"/>
            <a:ext cx="548640" cy="201168"/>
          </a:xfrm>
          <a:prstGeom prst="chevron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hevron 29"/>
          <p:cNvSpPr/>
          <p:nvPr/>
        </p:nvSpPr>
        <p:spPr>
          <a:xfrm>
            <a:off x="4754880" y="2121408"/>
            <a:ext cx="548639" cy="201168"/>
          </a:xfrm>
          <a:prstGeom prst="chevron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hevron 30"/>
          <p:cNvSpPr/>
          <p:nvPr/>
        </p:nvSpPr>
        <p:spPr>
          <a:xfrm>
            <a:off x="6949440" y="2121408"/>
            <a:ext cx="548640" cy="201168"/>
          </a:xfrm>
          <a:prstGeom prst="chevron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hevron 31"/>
          <p:cNvSpPr/>
          <p:nvPr/>
        </p:nvSpPr>
        <p:spPr>
          <a:xfrm>
            <a:off x="9098280" y="2121408"/>
            <a:ext cx="594360" cy="201168"/>
          </a:xfrm>
          <a:prstGeom prst="chevron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hevron 32"/>
          <p:cNvSpPr/>
          <p:nvPr/>
        </p:nvSpPr>
        <p:spPr>
          <a:xfrm>
            <a:off x="8138160" y="2743200"/>
            <a:ext cx="2468880" cy="201168"/>
          </a:xfrm>
          <a:prstGeom prst="chevron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Chevron 33"/>
          <p:cNvSpPr/>
          <p:nvPr/>
        </p:nvSpPr>
        <p:spPr>
          <a:xfrm>
            <a:off x="6400800" y="4251960"/>
            <a:ext cx="2011680" cy="201168"/>
          </a:xfrm>
          <a:prstGeom prst="chevron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Chevron 34"/>
          <p:cNvSpPr/>
          <p:nvPr/>
        </p:nvSpPr>
        <p:spPr>
          <a:xfrm>
            <a:off x="3657600" y="4251960"/>
            <a:ext cx="2011680" cy="201168"/>
          </a:xfrm>
          <a:prstGeom prst="chevron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9848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2DCDC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3. Home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A761"/>
                </a:solidFill>
                <a:latin typeface="Aptos"/>
              </a:defRPr>
            </a:pPr>
            <a:r>
              <a:t>Two-part entry point: Wellness Clinic + Salon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4922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96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92240" cy="25603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1499616"/>
            <a:ext cx="82296" cy="82296"/>
          </a:xfrm>
          <a:prstGeom prst="ellipse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499616"/>
            <a:ext cx="82296" cy="82296"/>
          </a:xfrm>
          <a:prstGeom prst="ellipse">
            <a:avLst/>
          </a:prstGeom>
          <a:solidFill>
            <a:srgbClr val="E1B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499616"/>
            <a:ext cx="82296" cy="82296"/>
          </a:xfrm>
          <a:prstGeom prst="ellipse">
            <a:avLst/>
          </a:prstGeom>
          <a:solidFill>
            <a:srgbClr val="5A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673352"/>
            <a:ext cx="6492240" cy="502920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7647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SHOWNESS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764792"/>
            <a:ext cx="47548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Home   About   Services   Blog   Gallery   Contact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267712"/>
            <a:ext cx="6272783" cy="914400"/>
          </a:xfrm>
          <a:prstGeom prst="rect">
            <a:avLst/>
          </a:prstGeom>
          <a:solidFill>
            <a:srgbClr val="0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496312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WELLNESS CLINIC / SALON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19272"/>
            <a:ext cx="2017776" cy="868680"/>
          </a:xfrm>
          <a:prstGeom prst="roundRect">
            <a:avLst/>
          </a:prstGeom>
          <a:solidFill>
            <a:srgbClr val="EEEBE4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429000"/>
            <a:ext cx="1871471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C5F66"/>
                </a:solidFill>
              </a:defRPr>
            </a:pPr>
            <a:r>
              <a:t>Wellness Clinic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77312" y="3319272"/>
            <a:ext cx="2017776" cy="868680"/>
          </a:xfrm>
          <a:prstGeom prst="roundRect">
            <a:avLst/>
          </a:prstGeom>
          <a:solidFill>
            <a:srgbClr val="EEEBE4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50464" y="3429000"/>
            <a:ext cx="1871471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C5F66"/>
                </a:solidFill>
              </a:defRPr>
            </a:pPr>
            <a:r>
              <a:t>Where Science meets Beauty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4816" y="3319272"/>
            <a:ext cx="2017776" cy="868680"/>
          </a:xfrm>
          <a:prstGeom prst="roundRect">
            <a:avLst/>
          </a:prstGeom>
          <a:solidFill>
            <a:srgbClr val="EEEBE4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77968" y="3429000"/>
            <a:ext cx="1871471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C5F66"/>
                </a:solidFill>
              </a:defRPr>
            </a:pPr>
            <a:r>
              <a:t>Salon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155448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Showness logo and brand name are positioned at the top.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The screen is divided into two 50% sections for the clinic and salon.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Each section contains a heading, supporting description and CLICK HERE button.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Buttons navigate directly to wellnessclinic.html and salon.html.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2DCDC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4. About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A761"/>
                </a:solidFill>
                <a:latin typeface="Aptos"/>
              </a:defRPr>
            </a:pPr>
            <a:r>
              <a:t>Brand story, service positioning and customer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196596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96596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31089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Brand Message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rPr dirty="0"/>
              <a:t>“Confidence begins with self care.” The page introduces </a:t>
            </a:r>
            <a:r>
              <a:rPr dirty="0" err="1"/>
              <a:t>Showness</a:t>
            </a:r>
            <a:r>
              <a:rPr dirty="0"/>
              <a:t> as a place where premium clinic and salon services meet.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74720" cy="196596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64008" cy="196596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581912"/>
            <a:ext cx="31089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Science + Self-Care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rPr dirty="0"/>
              <a:t>The page explains the combination of advanced dermatology treatments and luxury grooming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474720" cy="196596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92440" y="1417320"/>
            <a:ext cx="64008" cy="196596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8" y="1581912"/>
            <a:ext cx="31089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Trust &amp; Comfort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Services are described as being delivered by trained experts in a space focused on comfort, safety and trust.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• Dedicated service blocks connect visitors to Wellness Clinic and Salon.</a:t>
            </a:r>
          </a:p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• Customer reviews are presented as five-star testimonials.</a:t>
            </a:r>
          </a:p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• The page ends with a “Ready for a Glow-Up” call-to-action and footer information.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9848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2DCDC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5. Services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A761"/>
                </a:solidFill>
                <a:latin typeface="Aptos"/>
              </a:defRPr>
            </a:pPr>
            <a:r>
              <a:t>A visual gateway to the two main service areas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4008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96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00" cy="25603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1499616"/>
            <a:ext cx="82296" cy="82296"/>
          </a:xfrm>
          <a:prstGeom prst="ellipse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499616"/>
            <a:ext cx="82296" cy="82296"/>
          </a:xfrm>
          <a:prstGeom prst="ellipse">
            <a:avLst/>
          </a:prstGeom>
          <a:solidFill>
            <a:srgbClr val="E1B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499616"/>
            <a:ext cx="82296" cy="82296"/>
          </a:xfrm>
          <a:prstGeom prst="ellipse">
            <a:avLst/>
          </a:prstGeom>
          <a:solidFill>
            <a:srgbClr val="5A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673352"/>
            <a:ext cx="6400800" cy="502920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7647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SHOWNESS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76479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Home   About   Services   Blog   Gallery   Contact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267712"/>
            <a:ext cx="6181344" cy="914400"/>
          </a:xfrm>
          <a:prstGeom prst="rect">
            <a:avLst/>
          </a:prstGeom>
          <a:solidFill>
            <a:srgbClr val="0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496312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19272"/>
            <a:ext cx="1987296" cy="868680"/>
          </a:xfrm>
          <a:prstGeom prst="roundRect">
            <a:avLst/>
          </a:prstGeom>
          <a:solidFill>
            <a:srgbClr val="EEEBE4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429000"/>
            <a:ext cx="1840991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C5F66"/>
                </a:solidFill>
              </a:defRPr>
            </a:pPr>
            <a:r>
              <a:t>Our Best Treatments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46832" y="3319272"/>
            <a:ext cx="1987296" cy="868680"/>
          </a:xfrm>
          <a:prstGeom prst="roundRect">
            <a:avLst/>
          </a:prstGeom>
          <a:solidFill>
            <a:srgbClr val="EEEBE4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19984" y="3429000"/>
            <a:ext cx="1840991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C5F66"/>
                </a:solidFill>
              </a:defRPr>
            </a:pPr>
            <a:r>
              <a:t>Wellness Clinic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43856" y="3319272"/>
            <a:ext cx="1987296" cy="868680"/>
          </a:xfrm>
          <a:prstGeom prst="roundRect">
            <a:avLst/>
          </a:prstGeom>
          <a:solidFill>
            <a:srgbClr val="EEEBE4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17008" y="3429000"/>
            <a:ext cx="1840991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C5F66"/>
                </a:solidFill>
              </a:defRPr>
            </a:pPr>
            <a:r>
              <a:t>Salon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554480"/>
            <a:ext cx="4160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Hero section introduces the Services page.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“Our Best Treatments” presents visual links to the Wellness Clinic and Salon.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The page includes a testimonials section with customer reviews.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The design uses large image cards, flexible rows and a dark teal visual theme.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2DCDC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6. Wellness Clinic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A761"/>
                </a:solidFill>
                <a:latin typeface="Aptos"/>
              </a:defRPr>
            </a:pPr>
            <a:r>
              <a:t>Treatment discovery + appointment-oriented cards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83280" cy="150876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50876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301752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Core Areas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Skin Rejuvenation • Corrective Care • Age-Defying Treatments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50876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64008" cy="150876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490472"/>
            <a:ext cx="301752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Treatment Categories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Hydra Facial • Hair Loss • Laser Hair Removal • Skin Lightening • Chemical Peels • Acne Treatment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383280" cy="150876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92440" y="1325880"/>
            <a:ext cx="64008" cy="150876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8" y="1490472"/>
            <a:ext cx="301752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Advanced Treatments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Q-Switch • Filler &amp; Botox • PRP • RF Skin Tightening • CO2 Laser • HIFU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46120"/>
            <a:ext cx="3383280" cy="2011680"/>
          </a:xfrm>
          <a:prstGeom prst="roundRect">
            <a:avLst/>
          </a:prstGeom>
          <a:solidFill>
            <a:srgbClr val="20494E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246120"/>
            <a:ext cx="64008" cy="2011680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410712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Example: Hydra Facial</a:t>
            </a:r>
          </a:p>
          <a:p>
            <a:pPr>
              <a:spcBef>
                <a:spcPts val="700"/>
              </a:spcBef>
              <a:defRPr sz="1300">
                <a:solidFill>
                  <a:srgbClr val="D2DCDC"/>
                </a:solidFill>
                <a:latin typeface="Aptos"/>
              </a:defRPr>
            </a:pPr>
            <a:r>
              <a:t>Showness Wellness Clinic • Kompally</a:t>
            </a:r>
            <a:br/>
            <a:r>
              <a:t>₹13,000 → ₹10,000 • 23% off</a:t>
            </a:r>
            <a:br/>
            <a:r>
              <a:t>4.6 rating (59)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246120"/>
            <a:ext cx="3383280" cy="2011680"/>
          </a:xfrm>
          <a:prstGeom prst="roundRect">
            <a:avLst/>
          </a:prstGeom>
          <a:solidFill>
            <a:srgbClr val="20494E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3246120"/>
            <a:ext cx="64008" cy="2011680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3410712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Example: Hair Loss</a:t>
            </a:r>
          </a:p>
          <a:p>
            <a:pPr>
              <a:spcBef>
                <a:spcPts val="700"/>
              </a:spcBef>
              <a:defRPr sz="1300">
                <a:solidFill>
                  <a:srgbClr val="D2DCDC"/>
                </a:solidFill>
                <a:latin typeface="Aptos"/>
              </a:defRPr>
            </a:pPr>
            <a:r>
              <a:t>Showness Wellness Clinic • Kondapur</a:t>
            </a:r>
            <a:br/>
            <a:r>
              <a:t>₹8,000 → ₹6,000 • 25% off</a:t>
            </a:r>
            <a:br/>
            <a:r>
              <a:t>4.7 rating (82)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246120"/>
            <a:ext cx="3383280" cy="2011680"/>
          </a:xfrm>
          <a:prstGeom prst="roundRect">
            <a:avLst/>
          </a:prstGeom>
          <a:solidFill>
            <a:srgbClr val="20494E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92440" y="3246120"/>
            <a:ext cx="64008" cy="2011680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3608" y="3410712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Booking UI</a:t>
            </a:r>
          </a:p>
          <a:p>
            <a:pPr>
              <a:spcBef>
                <a:spcPts val="700"/>
              </a:spcBef>
              <a:defRPr sz="1300">
                <a:solidFill>
                  <a:srgbClr val="D2DCDC"/>
                </a:solidFill>
                <a:latin typeface="Aptos"/>
              </a:defRPr>
            </a:pPr>
            <a:r>
              <a:t>Each treatment card includes treatment name, description, location, rating, price and a “Book Appointment” button.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2DCDC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7. Salon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A761"/>
                </a:solidFill>
                <a:latin typeface="Aptos"/>
              </a:defRPr>
            </a:pPr>
            <a:r>
              <a:t>Head-to-toe grooming and beauty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83280" cy="141732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41732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Hair &amp; Grooming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rPr dirty="0"/>
              <a:t>Precision cuts, beard trims and styling.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41732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64008" cy="141732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490472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Skin &amp; Glow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rPr dirty="0"/>
              <a:t>Facials, spa rituals and makeup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383280" cy="141732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92440" y="1325880"/>
            <a:ext cx="64008" cy="141732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8" y="1490472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Hands, Feet &amp; Nails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Luxury care for hands, feet and nails.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Men’s Grooming — starting at ₹299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Hair — starting at ₹499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Beauty — starting at ₹599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Manicures &amp; Pedicures — starting at ₹399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Makeup — starting at ₹1499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Spa — starting at ₹999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246120"/>
            <a:ext cx="4983480" cy="2240280"/>
          </a:xfrm>
          <a:prstGeom prst="roundRect">
            <a:avLst/>
          </a:prstGeom>
          <a:solidFill>
            <a:srgbClr val="23525A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0" y="3246120"/>
            <a:ext cx="64008" cy="224028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84848" y="3410712"/>
            <a:ext cx="4617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Design Approach</a:t>
            </a:r>
          </a:p>
          <a:p>
            <a:pPr>
              <a:spcBef>
                <a:spcPts val="700"/>
              </a:spcBef>
              <a:defRPr sz="1400">
                <a:solidFill>
                  <a:srgbClr val="D2DCDC"/>
                </a:solidFill>
                <a:latin typeface="Aptos"/>
              </a:defRPr>
            </a:pPr>
            <a:r>
              <a:t>The page uses image/text service blocks, a dark teal content panel, golden headings and rounded image cards to create a premium salon feel.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2DCDC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8. Blog &amp; Gallery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A761"/>
                </a:solidFill>
                <a:latin typeface="Aptos"/>
              </a:defRPr>
            </a:pPr>
            <a:r>
              <a:t>Content + visual storytelling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12080" cy="192024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192024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36192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Blog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Recent posts include acne scar transformations, choosing chemical peels, fractional CO2 laser, PRP for hair growth and laser hair removal.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12080" cy="192024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64008" cy="192024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536192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Gallery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The gallery combines static images with autoplay, muted, looping videos and includes an Enquire Now section.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40480"/>
            <a:ext cx="1965960" cy="1371600"/>
          </a:xfrm>
          <a:prstGeom prst="round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blog-section1-image1.png"/>
          <p:cNvPicPr>
            <a:picLocks noChangeAspect="1"/>
          </p:cNvPicPr>
          <p:nvPr/>
        </p:nvPicPr>
        <p:blipFill>
          <a:blip r:embed="rId2"/>
          <a:srcRect t="15120" b="15120"/>
          <a:stretch>
            <a:fillRect/>
          </a:stretch>
        </p:blipFill>
        <p:spPr>
          <a:xfrm>
            <a:off x="777240" y="3840480"/>
            <a:ext cx="1965960" cy="1371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777240" y="3840480"/>
            <a:ext cx="1965960" cy="13716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4315968"/>
            <a:ext cx="1819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ACNE SCARS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840480"/>
            <a:ext cx="1965960" cy="1371600"/>
          </a:xfrm>
          <a:prstGeom prst="roundRect">
            <a:avLst/>
          </a:prstGeom>
          <a:solidFill>
            <a:srgbClr val="375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blog-section1-image2.jpeg"/>
          <p:cNvPicPr>
            <a:picLocks noChangeAspect="1"/>
          </p:cNvPicPr>
          <p:nvPr/>
        </p:nvPicPr>
        <p:blipFill>
          <a:blip r:embed="rId3"/>
          <a:srcRect t="17310" b="17310"/>
          <a:stretch>
            <a:fillRect/>
          </a:stretch>
        </p:blipFill>
        <p:spPr>
          <a:xfrm>
            <a:off x="3017520" y="3840480"/>
            <a:ext cx="1965960" cy="13716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3017520" y="3840480"/>
            <a:ext cx="1965960" cy="13716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0672" y="4315968"/>
            <a:ext cx="1819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CHEMICAL PEELS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3840480"/>
            <a:ext cx="1965960" cy="1371600"/>
          </a:xfrm>
          <a:prstGeom prst="roundRect">
            <a:avLst/>
          </a:prstGeom>
          <a:solidFill>
            <a:srgbClr val="506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o2 laser treatment.png"/>
          <p:cNvPicPr>
            <a:picLocks noChangeAspect="1"/>
          </p:cNvPicPr>
          <p:nvPr/>
        </p:nvPicPr>
        <p:blipFill>
          <a:blip r:embed="rId4"/>
          <a:srcRect t="6410" b="6410"/>
          <a:stretch>
            <a:fillRect/>
          </a:stretch>
        </p:blipFill>
        <p:spPr>
          <a:xfrm>
            <a:off x="5257800" y="3840480"/>
            <a:ext cx="1965960" cy="13716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257800" y="3840480"/>
            <a:ext cx="1965960" cy="13716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30952" y="4315968"/>
            <a:ext cx="1819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CO2 LASER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0" y="3840480"/>
            <a:ext cx="1965960" cy="1371600"/>
          </a:xfrm>
          <a:prstGeom prst="roundRect">
            <a:avLst/>
          </a:prstGeom>
          <a:solidFill>
            <a:srgbClr val="304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hairloss.png"/>
          <p:cNvPicPr>
            <a:picLocks noChangeAspect="1"/>
          </p:cNvPicPr>
          <p:nvPr/>
        </p:nvPicPr>
        <p:blipFill>
          <a:blip r:embed="rId5"/>
          <a:srcRect l="2220" r="2220"/>
          <a:stretch>
            <a:fillRect/>
          </a:stretch>
        </p:blipFill>
        <p:spPr>
          <a:xfrm>
            <a:off x="7498080" y="3840480"/>
            <a:ext cx="1965960" cy="13716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498080" y="3840480"/>
            <a:ext cx="1965960" cy="13716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71232" y="4315968"/>
            <a:ext cx="1819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HAIR LOSS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3840480"/>
            <a:ext cx="1965960" cy="1371600"/>
          </a:xfrm>
          <a:prstGeom prst="round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gallery-background-image.png"/>
          <p:cNvPicPr>
            <a:picLocks noChangeAspect="1"/>
          </p:cNvPicPr>
          <p:nvPr/>
        </p:nvPicPr>
        <p:blipFill>
          <a:blip r:embed="rId6"/>
          <a:srcRect l="11790" r="11790"/>
          <a:stretch>
            <a:fillRect/>
          </a:stretch>
        </p:blipFill>
        <p:spPr>
          <a:xfrm>
            <a:off x="9738360" y="3840480"/>
            <a:ext cx="1965960" cy="13716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9738360" y="3840480"/>
            <a:ext cx="1965960" cy="13716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1512" y="4315968"/>
            <a:ext cx="1819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282C"/>
                </a:solidFill>
              </a:defRPr>
            </a:pPr>
            <a:r>
              <a:t>VIDEO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2DCDC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9. Contact &amp; Appointment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A761"/>
                </a:solidFill>
                <a:latin typeface="Aptos"/>
              </a:defRPr>
            </a:pPr>
            <a:r>
              <a:t>Designed to turn visitors into enquiries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74720" cy="192024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192024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36192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Contact Information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Phone: +91 94333 4521</a:t>
            </a:r>
            <a:br/>
            <a:r>
              <a:t>Email: info@showness.in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74720" cy="192024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64008" cy="192024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536192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Working Hours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Monday – Sunday</a:t>
            </a:r>
            <a:br/>
            <a:r>
              <a:t>9:00 AM – 9:00 PM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71600"/>
            <a:ext cx="3474720" cy="192024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92440" y="1371600"/>
            <a:ext cx="64008" cy="192024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8" y="1536192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Appointment Form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Name • Email • Number</a:t>
            </a:r>
            <a:br/>
            <a:r>
              <a:t>Submit button for enquiry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The page also lists branches including Komaplly, Kondapur, Ramanthapur and Madhapur.</a:t>
            </a:r>
          </a:p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Social icons are available in the navigation/footer areas.</a:t>
            </a:r>
          </a:p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The form is a simple front-end appointment/enquiry interface in the supplied HTML.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9848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2DCD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10. Technologies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A761"/>
                </a:solidFill>
                <a:latin typeface="Aptos"/>
              </a:defRPr>
            </a:pPr>
            <a:r>
              <a:t>What is visible in the supplied source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83280" cy="155448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55448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HTML5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Semantic page structure using headings, paragraphs, images, links, forms, details/summary, video and buttons.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55448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64008" cy="155448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490472"/>
            <a:ext cx="3017520" cy="1013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CSS3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rPr dirty="0"/>
              <a:t>Flexbox layouts, backgrounds,  transitions, keyframes, transforms, rounded cards and responsive-style wrapping.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383280" cy="155448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92440" y="1325880"/>
            <a:ext cx="64008" cy="155448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8" y="1490472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Navigation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rPr dirty="0"/>
              <a:t>Shared navigation connects the main pages; Services expands to Wellness Clinic and Salon.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37560"/>
            <a:ext cx="6400800" cy="2011680"/>
          </a:xfrm>
          <a:prstGeom prst="roundRect">
            <a:avLst/>
          </a:prstGeom>
          <a:solidFill>
            <a:srgbClr val="143034"/>
          </a:solidFill>
          <a:ln>
            <a:solidFill>
              <a:srgbClr val="2C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60350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CDC"/>
                </a:solidFill>
                <a:latin typeface="Consolas"/>
              </a:defRPr>
            </a:pPr>
            <a:r>
              <a:rPr dirty="0"/>
              <a:t>@keyframes slide {</a:t>
            </a:r>
            <a:br>
              <a:rPr dirty="0"/>
            </a:br>
            <a:r>
              <a:rPr dirty="0"/>
              <a:t>  from { transform: </a:t>
            </a:r>
            <a:r>
              <a:rPr dirty="0" err="1"/>
              <a:t>translateY</a:t>
            </a:r>
            <a:r>
              <a:rPr dirty="0"/>
              <a:t>(100%);</a:t>
            </a:r>
            <a:br>
              <a:rPr dirty="0"/>
            </a:br>
            <a:r>
              <a:rPr dirty="0"/>
              <a:t>         opacity: 0; }</a:t>
            </a:r>
            <a:br>
              <a:rPr dirty="0"/>
            </a:br>
            <a:r>
              <a:rPr dirty="0"/>
              <a:t>  to   { transform: </a:t>
            </a:r>
            <a:r>
              <a:rPr dirty="0" err="1"/>
              <a:t>translateY</a:t>
            </a:r>
            <a:r>
              <a:rPr dirty="0"/>
              <a:t>(0);</a:t>
            </a:r>
            <a:br>
              <a:rPr dirty="0"/>
            </a:br>
            <a:r>
              <a:rPr dirty="0"/>
              <a:t>         opacity: 1; }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.heading2 a:hover { color: gold; 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3337560"/>
            <a:ext cx="4114800" cy="2011680"/>
          </a:xfrm>
          <a:prstGeom prst="roundRect">
            <a:avLst/>
          </a:prstGeom>
          <a:solidFill>
            <a:srgbClr val="143034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52360" y="3337560"/>
            <a:ext cx="64008" cy="201168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53528" y="3502152"/>
            <a:ext cx="3749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Source CSS Highlights</a:t>
            </a:r>
          </a:p>
          <a:p>
            <a:pPr>
              <a:spcBef>
                <a:spcPts val="700"/>
              </a:spcBef>
              <a:defRPr sz="1300">
                <a:solidFill>
                  <a:srgbClr val="D2DCDC"/>
                </a:solidFill>
                <a:latin typeface="Aptos"/>
              </a:defRPr>
            </a:pPr>
            <a:r>
              <a:t>• translateY / translateX reveals</a:t>
            </a:r>
            <a:br/>
            <a:r>
              <a:t>• scale and fade effects</a:t>
            </a:r>
            <a:br/>
            <a:r>
              <a:t>• hover underline navigation</a:t>
            </a:r>
            <a:br/>
            <a:r>
              <a:t>• object-fit / background-size</a:t>
            </a:r>
            <a:br/>
            <a:r>
              <a:t>• flex-wrap for page layouts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9848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2DCD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11. Animation &amp; Visual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A761"/>
                </a:solidFill>
                <a:latin typeface="Aptos"/>
              </a:defRPr>
            </a:pPr>
            <a:r>
              <a:t>Motion is used to make the pages feel more interactive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4592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164592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36192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Slide Reveal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Elements enter vertically with translateY and opacity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164592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64008" cy="164592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536192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Image Reveal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About-page images use left/right translateX animations.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71600"/>
            <a:ext cx="3383280" cy="1645920"/>
          </a:xfrm>
          <a:prstGeom prst="roundRect">
            <a:avLst/>
          </a:prstGeom>
          <a:solidFill>
            <a:srgbClr val="2C5F66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92440" y="1371600"/>
            <a:ext cx="64008" cy="164592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8" y="1536192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Scale / Bloom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Gallery and wellness sections use scale-based reveal effects and card animations.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886200"/>
            <a:ext cx="566928" cy="566928"/>
          </a:xfrm>
          <a:prstGeom prst="ellipse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52628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19" y="4846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2DCDC"/>
                </a:solidFill>
              </a:defRPr>
            </a:pPr>
            <a:r>
              <a:t>Hero text appears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4123944"/>
            <a:ext cx="2057400" cy="3657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611880" y="3886200"/>
            <a:ext cx="566928" cy="566928"/>
          </a:xfrm>
          <a:prstGeom prst="ellipse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452628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846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2DCDC"/>
                </a:solidFill>
              </a:defRPr>
            </a:pPr>
            <a:r>
              <a:t>Images slide 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4123944"/>
            <a:ext cx="2057400" cy="3657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55080" y="3886200"/>
            <a:ext cx="566928" cy="566928"/>
          </a:xfrm>
          <a:prstGeom prst="ellipse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200" y="452628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846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2DCDC"/>
                </a:solidFill>
              </a:defRPr>
            </a:pPr>
            <a:r>
              <a:t>Navigation turns gold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4123944"/>
            <a:ext cx="2057400" cy="3657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098280" y="3886200"/>
            <a:ext cx="566928" cy="566928"/>
          </a:xfrm>
          <a:prstGeom prst="ellipse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15400" y="452628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Scroll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4846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2DCDC"/>
                </a:solidFill>
              </a:defRPr>
            </a:pPr>
            <a:r>
              <a:t>Some cards use view-timeline CSS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9848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2DCD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12. Project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A761"/>
                </a:solidFill>
                <a:latin typeface="Aptos"/>
              </a:defRPr>
            </a:pPr>
            <a:r>
              <a:t>What the supplied website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A multi-page Showness website with a clear clinic + salon identity.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A consistent navigation system across the major pages.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Detailed wellness treatments with prices, ratings, locations and booking buttons.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Salon categories with starting prices and descriptive service cards.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Educational blog content and a visual gallery with images and videos.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Contact, working hours, branches and appointment enquiry interfaces.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A premium visual language built around dark teal, cream, white and gold accents.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5532120"/>
            <a:ext cx="6583680" cy="640080"/>
          </a:xfrm>
          <a:prstGeom prst="roundRect">
            <a:avLst/>
          </a:prstGeom>
          <a:solidFill>
            <a:srgbClr val="08282C"/>
          </a:solidFill>
          <a:ln>
            <a:solidFill>
              <a:srgbClr val="4B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34640" y="5532120"/>
            <a:ext cx="64008" cy="640080"/>
          </a:xfrm>
          <a:prstGeom prst="rect">
            <a:avLst/>
          </a:prstGeom>
          <a:solidFill>
            <a:srgbClr val="DCA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35808" y="5696712"/>
            <a:ext cx="62179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Core message</a:t>
            </a:r>
          </a:p>
          <a:p>
            <a:pPr>
              <a:spcBef>
                <a:spcPts val="700"/>
              </a:spcBef>
              <a:defRPr sz="1200">
                <a:solidFill>
                  <a:srgbClr val="D2DCDC"/>
                </a:solidFill>
                <a:latin typeface="Aptos"/>
              </a:defRPr>
            </a:pPr>
            <a:r>
              <a:t>Where Science Meets Self-Care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2DCD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23160"/>
            <a:ext cx="9784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CA761"/>
                </a:solidFill>
              </a:defRPr>
            </a:pPr>
            <a:r>
              <a:t>SHOWNESS WELLNESS &amp; SALON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2DCDC"/>
                </a:solidFill>
              </a:defRPr>
            </a:pPr>
            <a:r>
              <a:t>Home • About • Services • Wellness Clinic • Salon • Blog • Gallery • Contact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C5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2DCD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1221</Words>
  <Application>Microsoft Office PowerPoint</Application>
  <PresentationFormat>Widescreen</PresentationFormat>
  <Paragraphs>177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snithik loka</cp:lastModifiedBy>
  <cp:revision>1</cp:revision>
  <dcterms:created xsi:type="dcterms:W3CDTF">2013-01-27T09:14:16Z</dcterms:created>
  <dcterms:modified xsi:type="dcterms:W3CDTF">2026-08-22T06:10:59Z</dcterms:modified>
  <cp:category/>
</cp:coreProperties>
</file>